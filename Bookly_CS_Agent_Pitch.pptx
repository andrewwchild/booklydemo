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I'd rather add one turn than ship a confident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~350 lines of orchestration I can explain line by line. No LangChain.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Production: OTP, logged-in session, confidence-based auto-escalation.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evals/run_evals.py as backup — 30/30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buyers audit tool-selection accuracy, not vibes.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Happy to go deeper on any decision.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BOOKLY CUSTOMER SUPPORT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DF4"/>
                </a:solidFill>
              </a:defRPr>
            </a:pPr>
            <a:r>
              <a:t>The best CX agents don't guess —</a:t>
            </a:r>
            <a:br/>
            <a:r>
              <a:t>they clarify, then act on real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E8EDF4"/>
                </a:solidFill>
              </a:defRPr>
            </a:pPr>
            <a:r>
              <a:t>Wrong answers destroy trust faster than one extra question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Human in conversation, machine-precise on facts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Transactional queries always use tools — never free-form generation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One focused clarifying question at a time when info is missing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5603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8B9CB3"/>
                </a:solidFill>
              </a:defRPr>
            </a:pPr>
            <a:r>
              <a:t>User message</a:t>
            </a:r>
            <a:br/>
            <a:r>
              <a:t>      ↓</a:t>
            </a:r>
            <a:br/>
            <a:r>
              <a:t>Have required info?</a:t>
            </a:r>
            <a:br/>
            <a:r>
              <a:t>   ↙     ↘</a:t>
            </a:r>
            <a:br/>
            <a:r>
              <a:t> Yes      No</a:t>
            </a:r>
            <a:br/>
            <a:r>
              <a:t>  ↓        ↓</a:t>
            </a:r>
            <a:br/>
            <a:r>
              <a:t>Tool    Clarify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CB3"/>
                </a:solidFill>
              </a:defRPr>
            </a:pPr>
            <a:r>
              <a:t>Andrew Child  ·  github.com/andrewwchild/booklydemo  ·  booklydemo.streamlit.app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8EDF4"/>
                </a:solidFill>
              </a:defRPr>
            </a:pPr>
            <a:r>
              <a:t>Thin orchestration + LLM reasoning + deterministic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CB3"/>
                </a:solidFill>
              </a:defRPr>
            </a:pPr>
            <a:r>
              <a:t>Customer → Streamlit UI → BooklyAgent (orchestrator)</a:t>
            </a:r>
            <a:br/>
            <a:r>
              <a:t>                              ├─ ConversationMemory (slots + history)</a:t>
            </a:r>
            <a:br/>
            <a:r>
              <a:t>                              ├─ System prompt (clarify-first rules)</a:t>
            </a:r>
            <a:br/>
            <a:r>
              <a:t>                              └─ OpenAI function calling (7 tools)</a:t>
            </a:r>
            <a:br/>
            <a:r>
              <a:t>                                    └─ Bookly APIs (orders, catalog, policies)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E8EDF4"/>
                </a:solidFill>
              </a:defRPr>
            </a:pPr>
            <a:r>
              <a:t>Orchestrator — LLM ↔ tool loop; rules-based fallback when no API key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Tools — lookup_order · verify_identity · initiate_refund · check_stock · get_policy · send_password_reset · escalate_to_human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Memory — per-session slots (order_id, reason, email, book_title)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Eval harness — 30 golden cases, 100% pass rate, CI-ready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KEY DECISION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Tools over RAG for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CB3"/>
                </a:solidFill>
              </a:defRPr>
            </a:pPr>
            <a:r>
              <a:t>Order status, refunds, and inventory use function calling — not vector 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FCF97"/>
                </a:solidFill>
              </a:defRPr>
            </a:pPr>
            <a:r>
              <a:t>Pros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Zero hallucination risk on order IDs, tracking, stock levels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Actions (initiate_refund) are first-class operations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RAG stays available for long-tail FAQ and policy 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2994A"/>
                </a:solidFill>
              </a:defRPr>
            </a:pPr>
            <a:r>
              <a:t>Trade-off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Each new action needs a tool + integration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More eng work than a single knowledge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8CFF"/>
                </a:solidFill>
              </a:defRPr>
            </a:pPr>
            <a:r>
              <a:t>Wrong order data is a P0 incident. Transactions need systems of record.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KEY DECISION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Clarify-first + slot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CB3"/>
                </a:solidFill>
              </a:defRPr>
            </a:pPr>
            <a:r>
              <a:t>LLM handles natural language; ConversationMemory tracks required fields across turns.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FCF97"/>
                </a:solidFill>
              </a:defRPr>
            </a:pPr>
            <a:r>
              <a:t>Pros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Refund: order_id → reason → email → verify → initiate_refund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Regex slot extraction catches structured inputs the LLM might miss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Mid-flow slot collection protected from intent overwrite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2994A"/>
                </a:solidFill>
              </a:defRPr>
            </a:pPr>
            <a:r>
              <a:t>Trade-off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Not a full finite-state machine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Production adds auth session pre-fill and tighter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F8CFF"/>
                </a:solidFill>
              </a:defRPr>
            </a:pPr>
            <a:r>
              <a:t>Example: "Where's my order?" → order ID → lookup_order → UPS tracking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KEY DECISION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Verify before act · Escalate with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E8EDF4"/>
                </a:solidFill>
              </a:defRPr>
            </a:pPr>
            <a:r>
              <a:t>verify_customer_identity before every refund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Verification ≠ approval — eligibility checked separately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Wrong email stops flow before refund record created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escalate_to_human packages transcript + ticket ID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Human agent never makes customer repeat themselves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2860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CB3"/>
                </a:solidFill>
              </a:defRPr>
            </a:pPr>
            <a:r>
              <a:t>Refund flow</a:t>
            </a:r>
            <a:br/>
            <a:br/>
            <a:r>
              <a:t>1. Collect slots</a:t>
            </a:r>
            <a:br/>
            <a:r>
              <a:t>2. Verify identity</a:t>
            </a:r>
            <a:br/>
            <a:r>
              <a:t>3. Check eligibility</a:t>
            </a:r>
            <a:br/>
            <a:r>
              <a:t>4. Initiate return</a:t>
            </a:r>
            <a:br/>
            <a:br/>
            <a:r>
              <a:t>Escalation</a:t>
            </a:r>
            <a:br/>
            <a:br/>
            <a:r>
              <a:t>→ Summary + ESC-XXXXXX ticket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Seven flows that prove the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CFF"/>
                </a:solidFill>
              </a:defRPr>
            </a:pPr>
            <a:r>
              <a:t>1. Order lookup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920240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"Where's my order?" → ORD-1001 → UPS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7860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CFF"/>
                </a:solidFill>
              </a:defRPr>
            </a:pPr>
            <a:r>
              <a:t>2. Delayed shipment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578608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ORD-1006 → weather delay + new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36976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CFF"/>
                </a:solidFill>
              </a:defRPr>
            </a:pPr>
            <a:r>
              <a:t>3.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236976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Fourth Wing (OOS) · Atomic Habits (in stock)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9534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CFF"/>
                </a:solidFill>
              </a:defRPr>
            </a:pPr>
            <a:r>
              <a:t>4. Policy FAQ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895344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Return policy → 30-day window via get_policy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CFF"/>
                </a:solidFill>
              </a:defRPr>
            </a:pPr>
            <a:r>
              <a:t>5. Refund +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53712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ORD-1003 · damaged · carol@example.com → RFD issued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12079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CFF"/>
                </a:solidFill>
              </a:defRPr>
            </a:pPr>
            <a:r>
              <a:t>6. Edge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212079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ORD-1004 → identity OK, return window expired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7044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CFF"/>
                </a:solidFill>
              </a:defRPr>
            </a:pPr>
            <a:r>
              <a:t>7. Human handoff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5870448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Escalation → ticket + conversation summary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Golden-set eval harness — 30 cases, 100%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E8EDF4"/>
                </a:solidFill>
              </a:defRPr>
            </a:pPr>
            <a:r>
              <a:t>Tests tool selection, not just phrasing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Covers clarify-first, multi-turn refunds, identity checks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Runs against rules engine in &lt;1 second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CI-ready regression safety when prompts change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Next: LLM-as-judge for tone + shadow-mode staging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2860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FCF97"/>
                </a:solidFill>
              </a:defRPr>
            </a:pPr>
            <a:r>
              <a:t>$ python evals/run_evals.py</a:t>
            </a:r>
            <a:br/>
            <a:br/>
            <a:r>
              <a:t>30 passed, 0 failed</a:t>
            </a:r>
            <a:br/>
            <a:r>
              <a:t>Pass rate: 100%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What's next for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9CB3"/>
                </a:solidFill>
              </a:defRPr>
            </a:pPr>
            <a: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2011680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9CB3"/>
                </a:solidFill>
              </a:defRPr>
            </a:pPr>
            <a: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7004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JSON data stores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670048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OMS + inventory + CRM integrations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Email-match 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328416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Auth session + OTP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86784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Keyword escalation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986784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Confidence threshold + sentiment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In-process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645152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Redis + cross-device continuity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03519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Rules + LLM dual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5303519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LLM-primary + param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8CFF"/>
                </a:solidFill>
              </a:defRPr>
            </a:pPr>
            <a:r>
              <a:t>Depth beats breadth — nail core flows before scaling intents.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