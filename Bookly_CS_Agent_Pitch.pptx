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I'd rather add one turn than ship a confident 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avoided all-in-one agent platforms on purpose — ~300 lines of orchestration I can explain line by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scaling intents, you need to know if the agent chooses the right action — that's what enterprise buyers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BOOKLY CUSTOMER SUPPORT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DF4"/>
                </a:solidFill>
              </a:defRPr>
            </a:pPr>
            <a:r>
              <a:t>The best CX agents don't guess —</a:t>
            </a:r>
            <a:br/>
            <a:r>
              <a:t>they clarify, then act on real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E8EDF4"/>
                </a:solidFill>
              </a:defRPr>
            </a:pPr>
            <a:r>
              <a:t>Wrong answers destroy trust faster than one extra question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Human in conversation, machine-precise on facts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Transactional queries always use tools — never free-form generation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One focused clarifying question at a time when info is missing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56032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8B9CB3"/>
                </a:solidFill>
              </a:defRPr>
            </a:pPr>
            <a:r>
              <a:t>User message</a:t>
            </a:r>
            <a:br/>
            <a:r>
              <a:t>      ↓</a:t>
            </a:r>
            <a:br/>
            <a:r>
              <a:t>Have order_id?</a:t>
            </a:r>
            <a:br/>
            <a:r>
              <a:t>   ↙     ↘</a:t>
            </a:r>
            <a:br/>
            <a:r>
              <a:t> Yes      No</a:t>
            </a:r>
            <a:br/>
            <a:r>
              <a:t>  ↓        ↓</a:t>
            </a:r>
            <a:br/>
            <a:r>
              <a:t>Tool    Clarify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CB3"/>
                </a:solidFill>
              </a:defRPr>
            </a:pPr>
            <a:r>
              <a:t>Bookly Customer Support  ·  bookly.com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8EDF4"/>
                </a:solidFill>
              </a:defRPr>
            </a:pPr>
            <a:r>
              <a:t>Thin orchestration + LLM reasoning + deterministic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CB3"/>
                </a:solidFill>
              </a:defRPr>
            </a:pPr>
            <a:r>
              <a:t>Chat UI  →  BooklyAgent  →  Bookly Service APIs</a:t>
            </a:r>
            <a:br/>
            <a:r>
              <a:t>                              ├─ System prompt (clarify-first rules)</a:t>
            </a:r>
            <a:br/>
            <a:r>
              <a:t>                              ├─ ConversationMemory (slots + history)</a:t>
            </a:r>
            <a:br/>
            <a:r>
              <a:t>                              └─ OpenAI function calling (5 tools)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E8EDF4"/>
                </a:solidFill>
              </a:defRPr>
            </a:pPr>
            <a:r>
              <a:t>Orchestrator — runs LLM ↔ tool loop (up to 5 turns per message)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Tools — lookup_order · initiate_refund · check_stock · get_policy · send_password_reset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Memory — per-session history + extracted slots</a:t>
            </a:r>
          </a:p>
          <a:p>
            <a:pPr>
              <a:spcAft>
                <a:spcPts val="800"/>
              </a:spcAft>
              <a:defRPr sz="1700">
                <a:solidFill>
                  <a:srgbClr val="E8EDF4"/>
                </a:solidFill>
              </a:defRPr>
            </a:pPr>
            <a:r>
              <a:t>Prompts — clarify-first rules and tone guardrails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KEY DECISION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EDF4"/>
                </a:solidFill>
              </a:defRPr>
            </a:pPr>
            <a:r>
              <a:t>Tools over RAG for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CB3"/>
                </a:solidFill>
              </a:defRPr>
            </a:pPr>
            <a:r>
              <a:t>Order status, refunds, and inventory use function calling to Bookly APIs — not vector search.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FCF97"/>
                </a:solidFill>
              </a:defRPr>
            </a:pPr>
            <a:r>
              <a:t>Pros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Zero hallucination risk on order IDs, tracking, refund amounts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Actions (initiate_refund) are first-class — not instructions to the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2994A"/>
                </a:solidFill>
              </a:defRPr>
            </a:pPr>
            <a:r>
              <a:t>Trade-off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Each new action requires a new tool + integration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More eng work than dumping everything into a knowledge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8CFF"/>
                </a:solidFill>
              </a:defRPr>
            </a:pPr>
            <a:r>
              <a:t>Why worth it: Wrong order data is a P0 incident. RAG is great for policies; transactions need systems of record.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KEY DECISION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EDF4"/>
                </a:solidFill>
              </a:defRPr>
            </a:pPr>
            <a:r>
              <a:t>Clarify-first + slot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CB3"/>
                </a:solidFill>
              </a:defRPr>
            </a:pPr>
            <a:r>
              <a:t>LLM handles natural language; ConversationMemory tracks required fields across turns.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FCF97"/>
                </a:solidFill>
              </a:defRPr>
            </a:pPr>
            <a:r>
              <a:t>Pros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Refund flow collects order_id → reason → email before acting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Regex slot extraction catches structured inputs the LLM might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2994A"/>
                </a:solidFill>
              </a:defRPr>
            </a:pPr>
            <a:r>
              <a:t>Trade-off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Not a full finite-state machine</a:t>
            </a:r>
          </a:p>
          <a:p>
            <a:pPr>
              <a:spcAft>
                <a:spcPts val="800"/>
              </a:spcAft>
              <a:defRPr sz="1600">
                <a:solidFill>
                  <a:srgbClr val="E8EDF4"/>
                </a:solidFill>
              </a:defRPr>
            </a:pPr>
            <a:r>
              <a:t>Edge cases need tighter validation 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F8CFF"/>
                </a:solidFill>
              </a:defRPr>
            </a:pPr>
            <a:r>
              <a:t>Example: "I want a refund" → order ID → reason → email → initiate_refund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CFF"/>
                </a:solidFill>
              </a:defRPr>
            </a:pPr>
            <a:r>
              <a:t>WHAT I'D DO DIFFERENTLY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EDF4"/>
                </a:solidFill>
              </a:defRPr>
            </a:pPr>
            <a:r>
              <a:t>Eval harness + human handoff —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B9CB3"/>
                </a:solidFill>
              </a:defRPr>
            </a:pPr>
            <a:r>
              <a:t>Gap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2011680"/>
            <a:ext cx="5669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B9CB3"/>
                </a:solidFill>
              </a:defRPr>
            </a:pPr>
            <a:r>
              <a:t>Production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7004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No automated tool-selection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670048"/>
            <a:ext cx="5669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Golden-set evals: 50+ utterances → expected intent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2841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JSON data stores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328416"/>
            <a:ext cx="5669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OMS + inventory + CRM integrations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86784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No escalation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3986784"/>
            <a:ext cx="5669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Confidence threshold → summarize → route to human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In-process session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645152"/>
            <a:ext cx="5669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DF4"/>
                </a:solidFill>
              </a:defRPr>
            </a:pPr>
            <a:r>
              <a:t>Redis + customer auth for cross-device continuity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86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F8CFF"/>
                </a:solidFill>
              </a:defRPr>
            </a:pPr>
            <a:r>
              <a:t>Depth beats breadth — two flows done well beats ten done shallow.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